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169500731594029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382125" y="721995"/>
            <a:ext cx="1878965" cy="6121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GNmZDQ0ZDU5ZTM1ZDBiNTIzYTY1YWYwYmY3OWZjOT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SKY</dc:creator>
  <cp:lastModifiedBy>夏星流萤 （启达力-荆防颗粒）</cp:lastModifiedBy>
  <cp:revision>6</cp:revision>
  <dcterms:created xsi:type="dcterms:W3CDTF">2023-08-09T12:44:00Z</dcterms:created>
  <dcterms:modified xsi:type="dcterms:W3CDTF">2026-04-22T06:57:33Z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